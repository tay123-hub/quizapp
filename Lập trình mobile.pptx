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4" r:id="rId2"/>
    <p:sldId id="256" r:id="rId3"/>
    <p:sldId id="257" r:id="rId4"/>
    <p:sldId id="258" r:id="rId5"/>
    <p:sldId id="260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ây nguyễn phương" userId="73e6a61667c57a73" providerId="LiveId" clId="{605294D3-6385-423D-B500-754F41A8BE5A}"/>
    <pc:docChg chg="modSld">
      <pc:chgData name="tây nguyễn phương" userId="73e6a61667c57a73" providerId="LiveId" clId="{605294D3-6385-423D-B500-754F41A8BE5A}" dt="2026-06-25T01:58:37.695" v="4" actId="1076"/>
      <pc:docMkLst>
        <pc:docMk/>
      </pc:docMkLst>
      <pc:sldChg chg="modSp mod">
        <pc:chgData name="tây nguyễn phương" userId="73e6a61667c57a73" providerId="LiveId" clId="{605294D3-6385-423D-B500-754F41A8BE5A}" dt="2026-06-25T01:58:37.695" v="4" actId="1076"/>
        <pc:sldMkLst>
          <pc:docMk/>
          <pc:sldMk cId="3537537011" sldId="256"/>
        </pc:sldMkLst>
        <pc:spChg chg="mod">
          <ac:chgData name="tây nguyễn phương" userId="73e6a61667c57a73" providerId="LiveId" clId="{605294D3-6385-423D-B500-754F41A8BE5A}" dt="2026-06-25T01:58:35.521" v="3" actId="1076"/>
          <ac:spMkLst>
            <pc:docMk/>
            <pc:sldMk cId="3537537011" sldId="256"/>
            <ac:spMk id="5" creationId="{427ACA61-39C9-BE29-2B2F-1D83C157850C}"/>
          </ac:spMkLst>
        </pc:spChg>
        <pc:spChg chg="mod">
          <ac:chgData name="tây nguyễn phương" userId="73e6a61667c57a73" providerId="LiveId" clId="{605294D3-6385-423D-B500-754F41A8BE5A}" dt="2026-06-25T01:58:37.695" v="4" actId="1076"/>
          <ac:spMkLst>
            <pc:docMk/>
            <pc:sldMk cId="3537537011" sldId="256"/>
            <ac:spMk id="7" creationId="{EB56E816-E329-3202-879E-8405A3EC12C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vi-VN"/>
              <a:t>Bấm để chỉnh sửa kiểu tiêu đề phụ của Bản cái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3240D-0EB7-4214-BC05-B5533804EF17}" type="datetimeFigureOut">
              <a:rPr lang="vi-VN" smtClean="0"/>
              <a:t>25/06/2026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FCA42333-8FB5-4478-99F3-62F49D1F9F6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53030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3240D-0EB7-4214-BC05-B5533804EF17}" type="datetimeFigureOut">
              <a:rPr lang="vi-VN" smtClean="0"/>
              <a:t>25/06/2026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42333-8FB5-4478-99F3-62F49D1F9F6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76390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3240D-0EB7-4214-BC05-B5533804EF17}" type="datetimeFigureOut">
              <a:rPr lang="vi-VN" smtClean="0"/>
              <a:t>25/06/2026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CA42333-8FB5-4478-99F3-62F49D1F9F6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88776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3240D-0EB7-4214-BC05-B5533804EF17}" type="datetimeFigureOut">
              <a:rPr lang="vi-VN" smtClean="0"/>
              <a:t>25/06/2026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CA42333-8FB5-4478-99F3-62F49D1F9F6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57132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3240D-0EB7-4214-BC05-B5533804EF17}" type="datetimeFigureOut">
              <a:rPr lang="vi-VN" smtClean="0"/>
              <a:t>25/06/2026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CA42333-8FB5-4478-99F3-62F49D1F9F6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88491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3240D-0EB7-4214-BC05-B5533804EF17}" type="datetimeFigureOut">
              <a:rPr lang="vi-VN" smtClean="0"/>
              <a:t>25/06/2026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42333-8FB5-4478-99F3-62F49D1F9F6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79700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3240D-0EB7-4214-BC05-B5533804EF17}" type="datetimeFigureOut">
              <a:rPr lang="vi-VN" smtClean="0"/>
              <a:t>25/06/2026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42333-8FB5-4478-99F3-62F49D1F9F6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02239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3240D-0EB7-4214-BC05-B5533804EF17}" type="datetimeFigureOut">
              <a:rPr lang="vi-VN" smtClean="0"/>
              <a:t>25/06/2026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42333-8FB5-4478-99F3-62F49D1F9F6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20237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vi-VN"/>
              <a:t>Bấm biểu tượng để thêm hình ảnh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3240D-0EB7-4214-BC05-B5533804EF17}" type="datetimeFigureOut">
              <a:rPr lang="vi-VN" smtClean="0"/>
              <a:t>25/06/2026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CA42333-8FB5-4478-99F3-62F49D1F9F6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84912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êu đề và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3240D-0EB7-4214-BC05-B5533804EF17}" type="datetimeFigureOut">
              <a:rPr lang="vi-VN" smtClean="0"/>
              <a:t>25/06/2026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CA42333-8FB5-4478-99F3-62F49D1F9F6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40156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ích dẫn cùng vớ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3240D-0EB7-4214-BC05-B5533804EF17}" type="datetimeFigureOut">
              <a:rPr lang="vi-VN" smtClean="0"/>
              <a:t>25/06/2026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CA42333-8FB5-4478-99F3-62F49D1F9F6D}" type="slidenum">
              <a:rPr lang="vi-VN" smtClean="0"/>
              <a:t>‹#›</a:t>
            </a:fld>
            <a:endParaRPr lang="vi-V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627169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nh Thiế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vi-VN"/>
              <a:t>Bấm để chỉnh sửa kiểu văn bản của Bản cái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3240D-0EB7-4214-BC05-B5533804EF17}" type="datetimeFigureOut">
              <a:rPr lang="vi-VN" smtClean="0"/>
              <a:t>25/06/2026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CA42333-8FB5-4478-99F3-62F49D1F9F6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216560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ích dẫn Danh Thiế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vi-VN"/>
              <a:t>Bấm để chỉnh sửa kiểu văn bản của Bản cái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3240D-0EB7-4214-BC05-B5533804EF17}" type="datetimeFigureOut">
              <a:rPr lang="vi-VN" smtClean="0"/>
              <a:t>25/06/2026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CA42333-8FB5-4478-99F3-62F49D1F9F6D}" type="slidenum">
              <a:rPr lang="vi-VN" smtClean="0"/>
              <a:t>‹#›</a:t>
            </a:fld>
            <a:endParaRPr lang="vi-V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386169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vi-VN"/>
              <a:t>Bấm để chỉnh sửa kiểu văn bản của Bản cái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3240D-0EB7-4214-BC05-B5533804EF17}" type="datetimeFigureOut">
              <a:rPr lang="vi-VN" smtClean="0"/>
              <a:t>25/06/2026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CA42333-8FB5-4478-99F3-62F49D1F9F6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914791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3240D-0EB7-4214-BC05-B5533804EF17}" type="datetimeFigureOut">
              <a:rPr lang="vi-VN" smtClean="0"/>
              <a:t>25/06/2026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42333-8FB5-4478-99F3-62F49D1F9F6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640969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3240D-0EB7-4214-BC05-B5533804EF17}" type="datetimeFigureOut">
              <a:rPr lang="vi-VN" smtClean="0"/>
              <a:t>25/06/2026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42333-8FB5-4478-99F3-62F49D1F9F6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42769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vi-VN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vi-V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E3240D-0EB7-4214-BC05-B5533804EF17}" type="datetimeFigureOut">
              <a:rPr lang="vi-VN" smtClean="0"/>
              <a:t>25/06/2026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FCA42333-8FB5-4478-99F3-62F49D1F9F6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58136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9B2BD943-0E2D-9D58-E659-9072ED7C223E}"/>
              </a:ext>
            </a:extLst>
          </p:cNvPr>
          <p:cNvSpPr txBox="1"/>
          <p:nvPr/>
        </p:nvSpPr>
        <p:spPr>
          <a:xfrm>
            <a:off x="2418735" y="1148590"/>
            <a:ext cx="6390969" cy="1308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buNone/>
              <a:tabLst>
                <a:tab pos="2743200" algn="ctr"/>
                <a:tab pos="5486400" algn="r"/>
              </a:tabLst>
            </a:pPr>
            <a:r>
              <a:rPr lang="en-US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XÂY DỰNG ỨNG DỤNG QUIZ TRẮC NGHIỆM</a:t>
            </a:r>
            <a:endParaRPr lang="vi-VN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B79413E9-BE91-F662-A577-E1ABA2E2B354}"/>
              </a:ext>
            </a:extLst>
          </p:cNvPr>
          <p:cNvSpPr txBox="1"/>
          <p:nvPr/>
        </p:nvSpPr>
        <p:spPr>
          <a:xfrm>
            <a:off x="3234813" y="3158302"/>
            <a:ext cx="6096000" cy="1837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vi-VN" sz="2000" dirty="0"/>
              <a:t>Sinh viên thực hiện: Nguyễn Phương Tây</a:t>
            </a:r>
          </a:p>
          <a:p>
            <a:pPr>
              <a:lnSpc>
                <a:spcPct val="200000"/>
              </a:lnSpc>
            </a:pPr>
            <a:r>
              <a:rPr lang="vi-VN" sz="2000" dirty="0"/>
              <a:t>Lớp: 12523W.2</a:t>
            </a:r>
          </a:p>
          <a:p>
            <a:pPr>
              <a:lnSpc>
                <a:spcPct val="200000"/>
              </a:lnSpc>
            </a:pPr>
            <a:r>
              <a:rPr lang="vi-VN" sz="2000" dirty="0"/>
              <a:t>Giảng viên hướng dẫn: Bùi Đức Thọ</a:t>
            </a:r>
          </a:p>
        </p:txBody>
      </p:sp>
    </p:spTree>
    <p:extLst>
      <p:ext uri="{BB962C8B-B14F-4D97-AF65-F5344CB8AC3E}">
        <p14:creationId xmlns:p14="http://schemas.microsoft.com/office/powerpoint/2010/main" val="1641990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427ACA61-39C9-BE29-2B2F-1D83C157850C}"/>
              </a:ext>
            </a:extLst>
          </p:cNvPr>
          <p:cNvSpPr txBox="1"/>
          <p:nvPr/>
        </p:nvSpPr>
        <p:spPr>
          <a:xfrm>
            <a:off x="2054942" y="1161701"/>
            <a:ext cx="6558116" cy="2528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vi-VN" b="1" dirty="0"/>
              <a:t>1. Giới thiệu đề tài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 err="1"/>
              <a:t>Quiz</a:t>
            </a:r>
            <a:r>
              <a:rPr lang="vi-VN" dirty="0"/>
              <a:t> </a:t>
            </a:r>
            <a:r>
              <a:rPr lang="vi-VN" dirty="0" err="1"/>
              <a:t>App</a:t>
            </a:r>
            <a:r>
              <a:rPr lang="vi-VN" dirty="0"/>
              <a:t> là ứng dụng trắc nghiệm trên điện thoại </a:t>
            </a:r>
            <a:r>
              <a:rPr lang="vi-VN" dirty="0" err="1"/>
              <a:t>Android</a:t>
            </a:r>
            <a:r>
              <a:rPr lang="vi-VN" dirty="0"/>
              <a:t>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Hỗ trợ người dùng ôn luyện kiến thức qua câu hỏi trắc nghiệm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Cho phép làm bài, tính điểm, lưu điểm và xem bảng xếp hạng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Ứng dụng hoạt động </a:t>
            </a:r>
            <a:r>
              <a:rPr lang="vi-VN" dirty="0" err="1"/>
              <a:t>offline</a:t>
            </a:r>
            <a:r>
              <a:rPr lang="vi-VN" dirty="0"/>
              <a:t>, không cần </a:t>
            </a:r>
            <a:r>
              <a:rPr lang="vi-VN" dirty="0" err="1"/>
              <a:t>Internet</a:t>
            </a:r>
            <a:endParaRPr lang="vi-VN" dirty="0"/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EB56E816-E329-3202-879E-8405A3EC12CC}"/>
              </a:ext>
            </a:extLst>
          </p:cNvPr>
          <p:cNvSpPr txBox="1"/>
          <p:nvPr/>
        </p:nvSpPr>
        <p:spPr>
          <a:xfrm>
            <a:off x="2054942" y="3899435"/>
            <a:ext cx="6096000" cy="2528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vi-VN" b="1" dirty="0"/>
              <a:t>2. Mục tiêu của đề tài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Xây dựng ứng dụng </a:t>
            </a:r>
            <a:r>
              <a:rPr lang="vi-VN" dirty="0" err="1"/>
              <a:t>Quiz</a:t>
            </a:r>
            <a:r>
              <a:rPr lang="vi-VN" dirty="0"/>
              <a:t> </a:t>
            </a:r>
            <a:r>
              <a:rPr lang="vi-VN" dirty="0" err="1"/>
              <a:t>App</a:t>
            </a:r>
            <a:r>
              <a:rPr lang="vi-VN" dirty="0"/>
              <a:t> cơ bản trên </a:t>
            </a:r>
            <a:r>
              <a:rPr lang="vi-VN" dirty="0" err="1"/>
              <a:t>Android</a:t>
            </a:r>
            <a:r>
              <a:rPr lang="vi-VN" dirty="0"/>
              <a:t>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Cho phép người dùng nhập tên và chọn độ khó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Hiển thị câu hỏi, đáp án và tính điểm tự động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Lưu điểm người chơi bằng </a:t>
            </a:r>
            <a:r>
              <a:rPr lang="vi-VN" dirty="0" err="1"/>
              <a:t>SQLite</a:t>
            </a:r>
            <a:r>
              <a:rPr lang="vi-VN" dirty="0"/>
              <a:t>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Hiển thị bảng xếp hạng sau khi hoàn thành bài </a:t>
            </a: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896EAFF5-A34D-4EEC-AB83-3BB570F73CEE}"/>
              </a:ext>
            </a:extLst>
          </p:cNvPr>
          <p:cNvSpPr txBox="1"/>
          <p:nvPr/>
        </p:nvSpPr>
        <p:spPr>
          <a:xfrm>
            <a:off x="3628103" y="552754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000" b="1" dirty="0">
                <a:latin typeface="+mj-lt"/>
              </a:rPr>
              <a:t>TỔNG QUAN VỀ ĐỀ TÀI</a:t>
            </a:r>
          </a:p>
        </p:txBody>
      </p:sp>
    </p:spTree>
    <p:extLst>
      <p:ext uri="{BB962C8B-B14F-4D97-AF65-F5344CB8AC3E}">
        <p14:creationId xmlns:p14="http://schemas.microsoft.com/office/powerpoint/2010/main" val="3537537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4FD7A3EB-12BF-9BDE-BF44-806432B05363}"/>
              </a:ext>
            </a:extLst>
          </p:cNvPr>
          <p:cNvSpPr txBox="1"/>
          <p:nvPr/>
        </p:nvSpPr>
        <p:spPr>
          <a:xfrm>
            <a:off x="1445342" y="670741"/>
            <a:ext cx="30971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000" b="1" dirty="0">
                <a:latin typeface="+mj-lt"/>
              </a:rPr>
              <a:t>CHỨC NĂNG CHÍNH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73D874BF-453E-3046-6F25-F6461CD868B5}"/>
              </a:ext>
            </a:extLst>
          </p:cNvPr>
          <p:cNvSpPr txBox="1"/>
          <p:nvPr/>
        </p:nvSpPr>
        <p:spPr>
          <a:xfrm>
            <a:off x="1445342" y="1158961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dirty="0"/>
              <a:t>Màn hình </a:t>
            </a:r>
            <a:r>
              <a:rPr lang="vi-VN" b="1" dirty="0" err="1"/>
              <a:t>Home</a:t>
            </a:r>
            <a:r>
              <a:rPr lang="vi-VN" dirty="0"/>
              <a:t>: bắt đầu chơi, xem bảng xếp hạng, thoát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dirty="0"/>
              <a:t>Màn hình </a:t>
            </a:r>
            <a:r>
              <a:rPr lang="vi-VN" b="1" dirty="0" err="1"/>
              <a:t>Main</a:t>
            </a:r>
            <a:r>
              <a:rPr lang="vi-VN" dirty="0"/>
              <a:t>: nhập tên người chơi, chọn độ khó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dirty="0"/>
              <a:t>Màn hình </a:t>
            </a:r>
            <a:r>
              <a:rPr lang="vi-VN" b="1" dirty="0" err="1"/>
              <a:t>Quiz</a:t>
            </a:r>
            <a:r>
              <a:rPr lang="vi-VN" dirty="0"/>
              <a:t>: hiển thị câu hỏi và đáp án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dirty="0"/>
              <a:t>Màn hình </a:t>
            </a:r>
            <a:r>
              <a:rPr lang="vi-VN" b="1" dirty="0" err="1"/>
              <a:t>Result</a:t>
            </a:r>
            <a:r>
              <a:rPr lang="vi-VN" dirty="0"/>
              <a:t>: hiển thị điểm sau khi làm bài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dirty="0"/>
              <a:t>Màn hình </a:t>
            </a:r>
            <a:r>
              <a:rPr lang="vi-VN" b="1" dirty="0" err="1"/>
              <a:t>Score</a:t>
            </a:r>
            <a:r>
              <a:rPr lang="vi-VN" dirty="0"/>
              <a:t>: hiển thị bảng xếp hạng</a:t>
            </a: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A38310BC-72F0-0727-B851-130740C61584}"/>
              </a:ext>
            </a:extLst>
          </p:cNvPr>
          <p:cNvSpPr txBox="1"/>
          <p:nvPr/>
        </p:nvSpPr>
        <p:spPr>
          <a:xfrm>
            <a:off x="1445342" y="310914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000" b="1" dirty="0">
                <a:latin typeface="+mj-lt"/>
              </a:rPr>
              <a:t>CÁC TÍNH NĂNG</a:t>
            </a: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9097FFC9-33DF-8DBC-916B-1C7B1DF197CA}"/>
              </a:ext>
            </a:extLst>
          </p:cNvPr>
          <p:cNvSpPr txBox="1"/>
          <p:nvPr/>
        </p:nvSpPr>
        <p:spPr>
          <a:xfrm>
            <a:off x="1445342" y="3653232"/>
            <a:ext cx="6096000" cy="253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 err="1"/>
              <a:t>ProgressBar</a:t>
            </a:r>
            <a:r>
              <a:rPr lang="vi-VN" dirty="0"/>
              <a:t> hiển thị tiến độ làm bài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Đồng hồ đếm ngược 15 giây mỗi câu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 err="1"/>
              <a:t>Random</a:t>
            </a:r>
            <a:r>
              <a:rPr lang="vi-VN" dirty="0"/>
              <a:t> thứ tự câu hỏi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Hiển thị đáp án đúng/sai bằng màu xanh – đỏ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Lưu lịch sử điểm vào </a:t>
            </a:r>
            <a:r>
              <a:rPr lang="vi-VN" dirty="0" err="1"/>
              <a:t>SQLite</a:t>
            </a:r>
            <a:r>
              <a:rPr lang="vi-VN" dirty="0"/>
              <a:t>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Chọn độ khó: Dễ – Trung bình – Khó</a:t>
            </a:r>
          </a:p>
        </p:txBody>
      </p:sp>
    </p:spTree>
    <p:extLst>
      <p:ext uri="{BB962C8B-B14F-4D97-AF65-F5344CB8AC3E}">
        <p14:creationId xmlns:p14="http://schemas.microsoft.com/office/powerpoint/2010/main" val="1371683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30FB011F-1D65-26FF-D3AA-24E447BEF415}"/>
              </a:ext>
            </a:extLst>
          </p:cNvPr>
          <p:cNvSpPr txBox="1"/>
          <p:nvPr/>
        </p:nvSpPr>
        <p:spPr>
          <a:xfrm>
            <a:off x="4434348" y="374112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000" b="1" dirty="0">
                <a:latin typeface="+mj-lt"/>
              </a:rPr>
              <a:t>GIAO DIỆN ỨNG DỤNG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55F11921-8F66-0E5F-B860-8AAE5F088284}"/>
              </a:ext>
            </a:extLst>
          </p:cNvPr>
          <p:cNvSpPr txBox="1"/>
          <p:nvPr/>
        </p:nvSpPr>
        <p:spPr>
          <a:xfrm>
            <a:off x="1189703" y="109352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1" dirty="0" err="1"/>
              <a:t>HomeActivity</a:t>
            </a:r>
            <a:r>
              <a:rPr lang="vi-VN" dirty="0"/>
              <a:t>: màn hình chính của ứng dụng</a:t>
            </a:r>
          </a:p>
        </p:txBody>
      </p:sp>
      <p:pic>
        <p:nvPicPr>
          <p:cNvPr id="8" name="Hình ảnh 7">
            <a:extLst>
              <a:ext uri="{FF2B5EF4-FFF2-40B4-BE49-F238E27FC236}">
                <a16:creationId xmlns:a16="http://schemas.microsoft.com/office/drawing/2014/main" id="{108DADB2-3AC5-D3C2-95C2-0EF62DEB1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369" y="1682181"/>
            <a:ext cx="4419067" cy="4323367"/>
          </a:xfrm>
          <a:prstGeom prst="rect">
            <a:avLst/>
          </a:prstGeom>
        </p:spPr>
      </p:pic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B8B5BBFB-B009-C7E7-B3EE-7F142392EC5B}"/>
              </a:ext>
            </a:extLst>
          </p:cNvPr>
          <p:cNvSpPr txBox="1"/>
          <p:nvPr/>
        </p:nvSpPr>
        <p:spPr>
          <a:xfrm>
            <a:off x="6656438" y="109352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1" dirty="0" err="1"/>
              <a:t>MainActivity</a:t>
            </a:r>
            <a:r>
              <a:rPr lang="vi-VN" dirty="0"/>
              <a:t>: nhập tên và chọn độ khó</a:t>
            </a:r>
          </a:p>
        </p:txBody>
      </p:sp>
      <p:pic>
        <p:nvPicPr>
          <p:cNvPr id="10" name="Hình ảnh 9">
            <a:extLst>
              <a:ext uri="{FF2B5EF4-FFF2-40B4-BE49-F238E27FC236}">
                <a16:creationId xmlns:a16="http://schemas.microsoft.com/office/drawing/2014/main" id="{BAECFB50-449D-A21A-AEF9-45FC56D1B7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4760" y="1682180"/>
            <a:ext cx="4296697" cy="4323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952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E9942418-4CAA-24FC-8160-22B3409B3C79}"/>
              </a:ext>
            </a:extLst>
          </p:cNvPr>
          <p:cNvSpPr txBox="1"/>
          <p:nvPr/>
        </p:nvSpPr>
        <p:spPr>
          <a:xfrm>
            <a:off x="757083" y="672887"/>
            <a:ext cx="41885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1" dirty="0" err="1"/>
              <a:t>QuizActivity</a:t>
            </a:r>
            <a:r>
              <a:rPr lang="vi-VN" dirty="0"/>
              <a:t>: hiển thị câu hỏi, đáp án, thời gian và tiến độ</a:t>
            </a: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A076ADC3-4BCF-481C-2496-83CD5433D516}"/>
              </a:ext>
            </a:extLst>
          </p:cNvPr>
          <p:cNvSpPr txBox="1"/>
          <p:nvPr/>
        </p:nvSpPr>
        <p:spPr>
          <a:xfrm>
            <a:off x="5702710" y="69040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1" dirty="0" err="1"/>
              <a:t>ResultActivity</a:t>
            </a:r>
            <a:r>
              <a:rPr lang="vi-VN" dirty="0"/>
              <a:t>: hiển thị điểm số đạt được</a:t>
            </a:r>
          </a:p>
        </p:txBody>
      </p:sp>
      <p:pic>
        <p:nvPicPr>
          <p:cNvPr id="7" name="Hình ảnh 6">
            <a:extLst>
              <a:ext uri="{FF2B5EF4-FFF2-40B4-BE49-F238E27FC236}">
                <a16:creationId xmlns:a16="http://schemas.microsoft.com/office/drawing/2014/main" id="{098A0701-5DF1-9187-CAFF-FA7664055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867" y="1537304"/>
            <a:ext cx="3974772" cy="4647809"/>
          </a:xfrm>
          <a:prstGeom prst="rect">
            <a:avLst/>
          </a:prstGeom>
        </p:spPr>
      </p:pic>
      <p:pic>
        <p:nvPicPr>
          <p:cNvPr id="8" name="Hình ảnh 7">
            <a:extLst>
              <a:ext uri="{FF2B5EF4-FFF2-40B4-BE49-F238E27FC236}">
                <a16:creationId xmlns:a16="http://schemas.microsoft.com/office/drawing/2014/main" id="{CAE85950-9AC8-AA7E-89A1-8A2B97F664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7174" y="1301700"/>
            <a:ext cx="4316361" cy="4865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090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B5F146A8-5F89-4337-609F-20D282FEB061}"/>
              </a:ext>
            </a:extLst>
          </p:cNvPr>
          <p:cNvSpPr txBox="1"/>
          <p:nvPr/>
        </p:nvSpPr>
        <p:spPr>
          <a:xfrm>
            <a:off x="2644877" y="65107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1" dirty="0" err="1"/>
              <a:t>ScoreActivity</a:t>
            </a:r>
            <a:r>
              <a:rPr lang="vi-VN" dirty="0"/>
              <a:t>: hiển thị bảng xếp hạng </a:t>
            </a:r>
            <a:r>
              <a:rPr lang="vi-VN" dirty="0" err="1"/>
              <a:t>Top</a:t>
            </a:r>
            <a:r>
              <a:rPr lang="vi-VN" dirty="0"/>
              <a:t> người chơi</a:t>
            </a:r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FC7F75E0-634B-E536-57E4-CAFD34932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5438" y="1519707"/>
            <a:ext cx="5012485" cy="5073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250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03A1D74C-A82A-A6C2-8D15-ED794D63E337}"/>
              </a:ext>
            </a:extLst>
          </p:cNvPr>
          <p:cNvSpPr txBox="1"/>
          <p:nvPr/>
        </p:nvSpPr>
        <p:spPr>
          <a:xfrm>
            <a:off x="845574" y="1330990"/>
            <a:ext cx="4395020" cy="4196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vi-VN" b="1" dirty="0"/>
              <a:t>Kết quả đạt được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Xây dựng thành công ứng dụng </a:t>
            </a:r>
            <a:r>
              <a:rPr lang="vi-VN" dirty="0" err="1"/>
              <a:t>Quiz</a:t>
            </a:r>
            <a:r>
              <a:rPr lang="vi-VN" dirty="0"/>
              <a:t> </a:t>
            </a:r>
            <a:r>
              <a:rPr lang="vi-VN" dirty="0" err="1"/>
              <a:t>App</a:t>
            </a:r>
            <a:r>
              <a:rPr lang="vi-VN" dirty="0"/>
              <a:t> trên </a:t>
            </a:r>
            <a:r>
              <a:rPr lang="vi-VN" dirty="0" err="1"/>
              <a:t>Android</a:t>
            </a:r>
            <a:r>
              <a:rPr lang="vi-VN" dirty="0"/>
              <a:t>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Ứng dụng chạy được trên </a:t>
            </a:r>
            <a:r>
              <a:rPr lang="vi-VN" dirty="0" err="1"/>
              <a:t>Android</a:t>
            </a:r>
            <a:r>
              <a:rPr lang="vi-VN" dirty="0"/>
              <a:t> </a:t>
            </a:r>
            <a:r>
              <a:rPr lang="vi-VN" dirty="0" err="1"/>
              <a:t>Studio</a:t>
            </a:r>
            <a:r>
              <a:rPr lang="vi-VN" dirty="0"/>
              <a:t> và thiết bị </a:t>
            </a:r>
            <a:r>
              <a:rPr lang="vi-VN" dirty="0" err="1"/>
              <a:t>Android</a:t>
            </a:r>
            <a:r>
              <a:rPr lang="vi-VN" dirty="0"/>
              <a:t>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Hoàn thành đầy đủ các màn hình chính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Tích hợp chọn độ khó, đếm ngược, </a:t>
            </a:r>
            <a:r>
              <a:rPr lang="vi-VN" dirty="0" err="1"/>
              <a:t>progress</a:t>
            </a:r>
            <a:r>
              <a:rPr lang="vi-VN" dirty="0"/>
              <a:t> </a:t>
            </a:r>
            <a:r>
              <a:rPr lang="vi-VN" dirty="0" err="1"/>
              <a:t>bar</a:t>
            </a:r>
            <a:r>
              <a:rPr lang="vi-VN" dirty="0"/>
              <a:t>, bảng xếp hạng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Lưu và hiển thị điểm người chơi bằng </a:t>
            </a:r>
            <a:r>
              <a:rPr lang="vi-VN" dirty="0" err="1"/>
              <a:t>SQLite</a:t>
            </a:r>
            <a:endParaRPr lang="vi-VN" dirty="0"/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5130F1CD-3FE2-66E6-9C04-43A5E2875B7E}"/>
              </a:ext>
            </a:extLst>
          </p:cNvPr>
          <p:cNvSpPr txBox="1"/>
          <p:nvPr/>
        </p:nvSpPr>
        <p:spPr>
          <a:xfrm>
            <a:off x="5673213" y="1123240"/>
            <a:ext cx="3923071" cy="461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vi-VN" b="1" dirty="0"/>
              <a:t>Hạn chế và hướng phát triển</a:t>
            </a:r>
          </a:p>
          <a:p>
            <a:pPr>
              <a:lnSpc>
                <a:spcPct val="150000"/>
              </a:lnSpc>
              <a:buNone/>
            </a:pPr>
            <a:r>
              <a:rPr lang="vi-VN" b="1" dirty="0"/>
              <a:t>Hạn chế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Số lượng câu hỏi còn ít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Chưa có đăng nhập tài khoản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Chưa đồng bộ dữ liệu </a:t>
            </a:r>
            <a:r>
              <a:rPr lang="vi-VN" dirty="0" err="1"/>
              <a:t>online</a:t>
            </a:r>
            <a:r>
              <a:rPr lang="vi-VN" dirty="0"/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vi-VN" b="1" dirty="0"/>
              <a:t>Hướng phát triển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Bổ sung nhiều câu hỏi hơn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Thêm đăng nhập / đăng ký người dùng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Đồng bộ dữ liệu bằng </a:t>
            </a:r>
            <a:r>
              <a:rPr lang="vi-VN" dirty="0" err="1"/>
              <a:t>Firebase</a:t>
            </a:r>
            <a:r>
              <a:rPr lang="vi-VN" dirty="0"/>
              <a:t>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Cải thiện giao diện và hiệu ứng</a:t>
            </a: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7A3E70FD-F60F-D454-C2B8-420C8171E3C4}"/>
              </a:ext>
            </a:extLst>
          </p:cNvPr>
          <p:cNvSpPr txBox="1"/>
          <p:nvPr/>
        </p:nvSpPr>
        <p:spPr>
          <a:xfrm>
            <a:off x="4159047" y="610739"/>
            <a:ext cx="17108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000" b="1" dirty="0">
                <a:latin typeface="+mj-lt"/>
              </a:rPr>
              <a:t>KẾT LUẬN</a:t>
            </a:r>
          </a:p>
        </p:txBody>
      </p:sp>
    </p:spTree>
    <p:extLst>
      <p:ext uri="{BB962C8B-B14F-4D97-AF65-F5344CB8AC3E}">
        <p14:creationId xmlns:p14="http://schemas.microsoft.com/office/powerpoint/2010/main" val="2754236225"/>
      </p:ext>
    </p:extLst>
  </p:cSld>
  <p:clrMapOvr>
    <a:masterClrMapping/>
  </p:clrMapOvr>
</p:sld>
</file>

<file path=ppt/theme/theme1.xml><?xml version="1.0" encoding="utf-8"?>
<a:theme xmlns:a="http://schemas.openxmlformats.org/drawingml/2006/main" name="Bó sợi">
  <a:themeElements>
    <a:clrScheme name="Bó sợi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Bó sợi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ó sợi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18</TotalTime>
  <Words>421</Words>
  <Application>Microsoft Office PowerPoint</Application>
  <PresentationFormat>Màn hình rộng</PresentationFormat>
  <Paragraphs>52</Paragraphs>
  <Slides>7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5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7</vt:i4>
      </vt:variant>
    </vt:vector>
  </HeadingPairs>
  <TitlesOfParts>
    <vt:vector size="13" baseType="lpstr">
      <vt:lpstr>Arial</vt:lpstr>
      <vt:lpstr>Century Gothic</vt:lpstr>
      <vt:lpstr>Tahoma</vt:lpstr>
      <vt:lpstr>Times New Roman</vt:lpstr>
      <vt:lpstr>Wingdings 3</vt:lpstr>
      <vt:lpstr>Bó sợi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tây nguyễn phương</dc:creator>
  <cp:lastModifiedBy>tây nguyễn phương</cp:lastModifiedBy>
  <cp:revision>2</cp:revision>
  <dcterms:created xsi:type="dcterms:W3CDTF">2026-06-25T01:47:33Z</dcterms:created>
  <dcterms:modified xsi:type="dcterms:W3CDTF">2026-06-25T03:10:53Z</dcterms:modified>
</cp:coreProperties>
</file>